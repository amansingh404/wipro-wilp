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B945-3470-DFE0-A3E3-63B5A8555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025F8-01EC-E1C4-EF43-67D574393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0E273-484B-1584-FA2D-3D3CB15E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13027-5CB1-51B3-3212-3E11CA3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69135-D4A2-5534-0026-1F6CC3A2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89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00B1-D66F-FFBC-B65F-ED134F197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7BB0A-3DDA-1DA1-6CE7-0817E26B1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6A94B-7688-048E-603B-56203640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A8570-60E7-6453-1480-7421FAD2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C907-DB35-97B2-2CF0-F8E6B90C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5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FCEF-1B28-013F-C282-18537B80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20295-D2C9-FA2C-BC76-577D1EC01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5E3DA-E245-7CBC-C77F-C18ACCE7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BF52-AA6F-02A3-A4AA-8F84E2CA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2EDD0-9DA0-F590-577D-90642222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3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5EF4-0765-1C8A-587D-708F3305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F2349-07DB-2FA4-F7EF-8FB5AF6A9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CAE45-E5CB-075A-B175-7DA9282C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713E3-4A79-8CEF-1B69-E84BF652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0F8C5-B229-65C1-263A-994743FE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DE3FE-CA00-5D7C-2A8D-53E7784B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67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914F-24E6-1D13-227D-FCF081A5B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78FFD-8CF7-92D2-362A-6A9F5252F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DBB5C-3354-7E38-0D79-57997CFEE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C960A-DD9B-28E7-D94D-A65FBF0E6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0C679-86E8-9373-7B6C-D3793693F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5E0D4F-622E-0C2B-8B06-D8AA8F7A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E2478-8C1C-8607-5834-3A680DE0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7F176-932A-A414-6DB9-CEEF98E6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83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D569-A2F7-7D7F-CCB1-A716381C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88EE4-49BC-D784-22F7-C806C74F6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0D245-0292-ED10-F947-EFEAD606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8C2B-EEDC-B2C0-B5B1-889B9674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78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1E81A-0EBB-5947-80E6-B9F58C95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1D4D7-DF66-CA1A-5FEF-9CCA66ED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DA96-565E-BEE7-C23D-48E3E6C7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79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994A-44F2-567A-A923-D6D9BD706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8791B-74B8-6083-88D4-87A3CAD7F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D41DC-3972-DAE3-3B04-FEA1D1E85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75399-5C42-EA81-4EE1-B84F2260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3020A-B2FA-291A-316B-768960CD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E04DC-D99A-ECA6-2441-7EE01AEF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64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2B79-062B-8205-27AD-2B0D1024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FE271-529D-F477-32FA-4B022D9E5E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D08E4-E6D6-E6AC-074A-77F124B7D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E112A-1DCF-D992-EB78-94892B95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5445B-7013-ACAA-B393-28A7EC56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7D6AA-DE45-E22D-17FF-C866579C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16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AA7F-4620-655E-1A0A-CB743B79B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531C9-76CB-06C2-FBB8-BDD840671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FA34D-8AEB-B710-630A-BB4454F3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05AFF-65E1-8920-4920-870B1D07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8FF15-DE02-378C-AB95-3ACF4B56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8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F731-4D1F-077F-FB98-027A799DD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B931B-4550-5CF1-4E60-21C24CBBF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AB9F-EB52-86AE-21DB-B440ACFFA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0770-35A7-CB32-FE18-80DB85CD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E42B6-E9F5-A3BF-6A4D-535D91CF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05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E7D154-35EA-9B91-1D35-CF71FEAEA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4E126-5B1D-1A7C-93CE-65E9D143B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AAFEA-D5B1-37EE-8552-EE1451905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C38A4-DD3C-4A88-B2EC-4BD4B88FC541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61B43-C42F-9496-9B5F-13B8511E2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6893-3674-C62E-888A-701BC7CE6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C12EE-C2AA-4C8D-9399-1B9398852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90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315413-D240-9677-4412-B93842990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173"/>
            <a:ext cx="12192000" cy="671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7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F67B3-3AAF-BF79-9B24-EE4E25E30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37"/>
            <a:ext cx="12192000" cy="678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8C952-EDCD-46C7-A2B9-543DC88AA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74" y="0"/>
            <a:ext cx="11364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4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7FDD3A-4BE0-6B7C-D338-38DA1E595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86"/>
            <a:ext cx="12192000" cy="67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5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61EF0-8C85-153B-A708-1A6A8EC9F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94" y="0"/>
            <a:ext cx="11956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60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ECB4B-766B-0335-6C90-49DD4CB3C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" y="0"/>
            <a:ext cx="12156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B0C27-1FF0-C9B7-44E6-69A8A7BB8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" y="0"/>
            <a:ext cx="11881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6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67729- Dipankar Singh</dc:creator>
  <cp:lastModifiedBy>67729- Dipankar Singh</cp:lastModifiedBy>
  <cp:revision>1</cp:revision>
  <dcterms:created xsi:type="dcterms:W3CDTF">2026-04-12T10:58:30Z</dcterms:created>
  <dcterms:modified xsi:type="dcterms:W3CDTF">2026-04-12T11:02:44Z</dcterms:modified>
</cp:coreProperties>
</file>